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Lobster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obste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9df8400f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09df8400f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09df8400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09df8400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409df8400f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409df8400f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409df8400f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409df8400f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09df8400f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409df8400f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409df8400f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409df8400f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09df8400f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09df8400f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09df8400f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09df8400f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09df8400f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09df8400f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df8400f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09df8400f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09df8400f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409df8400f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409df8400f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409df8400f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09df8400f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09df8400f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 2026-09-14 2239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5500" y="-130275"/>
            <a:ext cx="9379500" cy="52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5475" y="-130275"/>
            <a:ext cx="9379476" cy="52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9900" y="-99025"/>
            <a:ext cx="9323901" cy="524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1125" y="-85000"/>
            <a:ext cx="9295123" cy="522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5500" y="-76225"/>
            <a:ext cx="9279499" cy="521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1125" y="-85000"/>
            <a:ext cx="9295123" cy="522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3650" y="-120175"/>
            <a:ext cx="9357648" cy="5263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1600" y="-130275"/>
            <a:ext cx="9375600" cy="52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1125" y="-85000"/>
            <a:ext cx="9295123" cy="522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6750" y="-93800"/>
            <a:ext cx="9310752" cy="523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6050" y="-99025"/>
            <a:ext cx="9320050" cy="524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5500" y="-76225"/>
            <a:ext cx="9279499" cy="521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-72950" y="0"/>
            <a:ext cx="9286500" cy="5143500"/>
          </a:xfrm>
          <a:prstGeom prst="rect">
            <a:avLst/>
          </a:prstGeom>
          <a:solidFill>
            <a:srgbClr val="0A1F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2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THANK </a:t>
            </a:r>
            <a:endParaRPr sz="52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2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YOU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